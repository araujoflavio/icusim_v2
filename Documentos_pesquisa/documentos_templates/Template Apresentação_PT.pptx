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0595A-576C-4961-8064-C6DA6FE25FD3}" v="6" dt="2024-03-28T16:41:33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Montezelli" userId="f684dfb1-a22e-47cb-8c34-70aa728d609c" providerId="ADAL" clId="{0540595A-576C-4961-8064-C6DA6FE25FD3}"/>
    <pc:docChg chg="addSld delSld modSld sldOrd addMainMaster modMainMaster">
      <pc:chgData name="Julia Montezelli" userId="f684dfb1-a22e-47cb-8c34-70aa728d609c" providerId="ADAL" clId="{0540595A-576C-4961-8064-C6DA6FE25FD3}" dt="2024-03-28T16:42:40.512" v="16" actId="47"/>
      <pc:docMkLst>
        <pc:docMk/>
      </pc:docMkLst>
      <pc:sldChg chg="modSp mod">
        <pc:chgData name="Julia Montezelli" userId="f684dfb1-a22e-47cb-8c34-70aa728d609c" providerId="ADAL" clId="{0540595A-576C-4961-8064-C6DA6FE25FD3}" dt="2024-03-28T16:41:55.589" v="12" actId="34135"/>
        <pc:sldMkLst>
          <pc:docMk/>
          <pc:sldMk cId="0" sldId="256"/>
        </pc:sldMkLst>
        <pc:picChg chg="mod">
          <ac:chgData name="Julia Montezelli" userId="f684dfb1-a22e-47cb-8c34-70aa728d609c" providerId="ADAL" clId="{0540595A-576C-4961-8064-C6DA6FE25FD3}" dt="2024-03-28T16:41:55.589" v="12" actId="34135"/>
          <ac:picMkLst>
            <pc:docMk/>
            <pc:sldMk cId="0" sldId="256"/>
            <ac:picMk id="2050" creationId="{69167FFF-053C-32A8-23DF-F9F613927C34}"/>
          </ac:picMkLst>
        </pc:picChg>
      </pc:sldChg>
      <pc:sldChg chg="delSp ord">
        <pc:chgData name="Julia Montezelli" userId="f684dfb1-a22e-47cb-8c34-70aa728d609c" providerId="ADAL" clId="{0540595A-576C-4961-8064-C6DA6FE25FD3}" dt="2024-03-28T16:41:31.466" v="9" actId="478"/>
        <pc:sldMkLst>
          <pc:docMk/>
          <pc:sldMk cId="0" sldId="257"/>
        </pc:sldMkLst>
        <pc:picChg chg="del">
          <ac:chgData name="Julia Montezelli" userId="f684dfb1-a22e-47cb-8c34-70aa728d609c" providerId="ADAL" clId="{0540595A-576C-4961-8064-C6DA6FE25FD3}" dt="2024-03-28T16:41:31.466" v="9" actId="478"/>
          <ac:picMkLst>
            <pc:docMk/>
            <pc:sldMk cId="0" sldId="257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1:05.260" v="5" actId="47"/>
        <pc:sldMkLst>
          <pc:docMk/>
          <pc:sldMk cId="1325056275" sldId="258"/>
        </pc:sldMkLst>
      </pc:sldChg>
      <pc:sldChg chg="delSp add del">
        <pc:chgData name="Julia Montezelli" userId="f684dfb1-a22e-47cb-8c34-70aa728d609c" providerId="ADAL" clId="{0540595A-576C-4961-8064-C6DA6FE25FD3}" dt="2024-03-28T16:42:40.512" v="16" actId="47"/>
        <pc:sldMkLst>
          <pc:docMk/>
          <pc:sldMk cId="2878548634" sldId="258"/>
        </pc:sldMkLst>
        <pc:picChg chg="del">
          <ac:chgData name="Julia Montezelli" userId="f684dfb1-a22e-47cb-8c34-70aa728d609c" providerId="ADAL" clId="{0540595A-576C-4961-8064-C6DA6FE25FD3}" dt="2024-03-28T16:41:33.929" v="10" actId="478"/>
          <ac:picMkLst>
            <pc:docMk/>
            <pc:sldMk cId="2878548634" sldId="258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2:39.533" v="15" actId="47"/>
        <pc:sldMkLst>
          <pc:docMk/>
          <pc:sldMk cId="1401432568" sldId="259"/>
        </pc:sldMkLst>
      </pc:sldChg>
      <pc:sldChg chg="new del">
        <pc:chgData name="Julia Montezelli" userId="f684dfb1-a22e-47cb-8c34-70aa728d609c" providerId="ADAL" clId="{0540595A-576C-4961-8064-C6DA6FE25FD3}" dt="2024-03-28T16:42:38.895" v="14" actId="47"/>
        <pc:sldMkLst>
          <pc:docMk/>
          <pc:sldMk cId="1315780620" sldId="260"/>
        </pc:sldMkLst>
      </pc:sldChg>
      <pc:sldMasterChg chg="modSldLayout">
        <pc:chgData name="Julia Montezelli" userId="f684dfb1-a22e-47cb-8c34-70aa728d609c" providerId="ADAL" clId="{0540595A-576C-4961-8064-C6DA6FE25FD3}" dt="2024-03-28T16:41:18.999" v="7"/>
        <pc:sldMasterMkLst>
          <pc:docMk/>
          <pc:sldMasterMk cId="0" sldId="2147483648"/>
        </pc:sldMasterMkLst>
        <pc:sldLayoutChg chg="addSp modSp">
          <pc:chgData name="Julia Montezelli" userId="f684dfb1-a22e-47cb-8c34-70aa728d609c" providerId="ADAL" clId="{0540595A-576C-4961-8064-C6DA6FE25FD3}" dt="2024-03-28T16:41:18.999" v="7"/>
          <pc:sldLayoutMkLst>
            <pc:docMk/>
            <pc:sldMasterMk cId="0" sldId="2147483648"/>
            <pc:sldLayoutMk cId="423984615" sldId="2147483650"/>
          </pc:sldLayoutMkLst>
          <pc:picChg chg="add mod">
            <ac:chgData name="Julia Montezelli" userId="f684dfb1-a22e-47cb-8c34-70aa728d609c" providerId="ADAL" clId="{0540595A-576C-4961-8064-C6DA6FE25FD3}" dt="2024-03-28T16:41:18.999" v="7"/>
            <ac:picMkLst>
              <pc:docMk/>
              <pc:sldMasterMk cId="0" sldId="2147483648"/>
              <pc:sldLayoutMk cId="423984615" sldId="2147483650"/>
              <ac:picMk id="7" creationId="{664C5D5B-F775-740C-162F-75F700AA3B6F}"/>
            </ac:picMkLst>
          </pc:picChg>
        </pc:sldLayoutChg>
        <pc:sldLayoutChg chg="addSp delSp modSp">
          <pc:chgData name="Julia Montezelli" userId="f684dfb1-a22e-47cb-8c34-70aa728d609c" providerId="ADAL" clId="{0540595A-576C-4961-8064-C6DA6FE25FD3}" dt="2024-03-28T16:41:16.049" v="6" actId="21"/>
          <pc:sldLayoutMkLst>
            <pc:docMk/>
            <pc:sldMasterMk cId="0" sldId="2147483648"/>
            <pc:sldLayoutMk cId="468984278" sldId="2147483651"/>
          </pc:sldLayoutMkLst>
          <pc:picChg chg="add del mod">
            <ac:chgData name="Julia Montezelli" userId="f684dfb1-a22e-47cb-8c34-70aa728d609c" providerId="ADAL" clId="{0540595A-576C-4961-8064-C6DA6FE25FD3}" dt="2024-03-28T16:41:16.049" v="6" actId="21"/>
            <ac:picMkLst>
              <pc:docMk/>
              <pc:sldMasterMk cId="0" sldId="2147483648"/>
              <pc:sldLayoutMk cId="468984278" sldId="2147483651"/>
              <ac:picMk id="7" creationId="{664C5D5B-F775-740C-162F-75F700AA3B6F}"/>
            </ac:picMkLst>
          </pc:picChg>
        </pc:sldLayoutChg>
      </pc:sldMasterChg>
      <pc:sldMasterChg chg="new mod addSldLayout">
        <pc:chgData name="Julia Montezelli" userId="f684dfb1-a22e-47cb-8c34-70aa728d609c" providerId="ADAL" clId="{0540595A-576C-4961-8064-C6DA6FE25FD3}" dt="2024-03-28T14:32:12.261" v="0" actId="6938"/>
        <pc:sldMasterMkLst>
          <pc:docMk/>
          <pc:sldMasterMk cId="2258777206" sldId="2147483660"/>
        </pc:sldMasterMkLst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13237468" sldId="2147483661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61459600" sldId="2147483662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11285825" sldId="2147483663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58152024" sldId="2147483664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59889071" sldId="2147483665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63317416" sldId="2147483666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349444308" sldId="2147483667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12163654" sldId="2147483668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992403294" sldId="2147483669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530002744" sldId="2147483670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721163585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4188C-5123-C403-D056-93E26F4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F348-3173-4368-9AE4-2C210B104C9A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8FF5D-D431-88CE-6059-A5CCBA4B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6DCA9-8EA9-A37A-51F1-8B71F4CB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F76F7-039B-430A-B7B5-577DDA3C4D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6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A8A04-19E9-70E3-19CA-3B3FF02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3154-227E-4FB0-9144-264D99B09C4F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BC6B5-7E86-2B7B-9668-FB92CF95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AE915-4AA5-1329-97D0-038C90D4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4533-5DBE-4FD4-A061-EAF54B40E8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7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64C5D5B-F775-740C-162F-75F700AA3B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838" y="6224588"/>
            <a:ext cx="11826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8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53632-0636-CD63-8241-3E8831E4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CC2B-74D8-4575-BC9B-C755C2896EC6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DF60-2307-708F-4B50-3EC9B5C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A974E-B8F0-D8E5-71C1-3AC1FBF6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EEBC-97AD-4BB5-8C4C-916E37B736B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206DE05-FE47-C861-B320-19DCD0AD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63D85-07B5-4A63-A5EE-7CB9EBD586D1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266CD70-C085-D99C-4F89-89C7448D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0FDED60-12D4-0D84-DC2C-025B2AF2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F81F3-3B6B-4158-A2EA-435EE12202D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1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BCF1C5A-A74A-F7CB-5428-776F6FA8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49EFE-17D5-480A-B754-87D854FBA7BD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ECEE962-D46B-58FA-EF60-EDFE197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2B39DE-A1FE-7775-DE1E-ACB086D8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9C0E-B88B-4E19-94FC-2325D76F751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6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5137CD16-6574-6E1F-ABE4-0A545D3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3E6F-C6AF-442E-89E3-F85E24AFDA58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5BCBFEA-C5E5-6A42-1AAA-FAF2685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987B575-2E62-724D-F599-EAD1951F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65F5-9918-43E5-A4FC-F732428B84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81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7D1C6B0-5D54-197F-AC9B-65D8851F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D17F-5C37-430A-8177-1918C74E06A4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D6031AF-FE42-9BB0-2711-99D8A67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6DDA5D-8BD5-1650-B632-A61D9B1D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DAD0-5299-4C4E-859B-63E526636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53A17D-9EEC-1376-506B-D8D4342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97BD8-28FD-44E8-9D3A-DD444A1270E8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3F775C-E2F8-910D-745B-5D354CF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3860552-DD75-02DB-B500-B86A9D63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B9B6-62D8-4BB7-BB1C-7D883C264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9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581D842-D706-7D01-7B93-471F1CCC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3CEA6-D88E-4E80-9FC8-3DA155323873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16DC51D-DF0D-58F1-CFE1-BE301691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407A454-8E16-BB9C-37DE-A2D421A1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A33F-6685-41BA-80F1-2B0923865B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59DDA-6441-1B7C-B62C-BF62B03B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C737-1E34-435B-8742-DFCAF78F49C8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4E6C9-D9FC-E0DC-02F2-F642D50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BB54B-F4A2-4AA3-61E6-2A9526B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F8B4-0831-4CF4-85C7-B8BB0D88B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B2444-C6E0-2A95-B28D-C7A5E66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7F4D5-5FF4-4AE9-9E53-FBC51E1889ED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08FAD-EDC2-8C7B-CA3B-A64C900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2CA30-119A-4372-93F3-D47A1D77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0E77F-8C06-477A-82CE-75C5F46B7A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81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EF62E-0F2D-47C5-6D89-F3CCC797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4013DC-8F6A-2CEA-B95A-3A12F4C2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68CB8-DA21-60CA-576A-40CEC5DC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8E9C-7002-046F-C62C-7F7B5DF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49D0-7B3E-366D-C1B1-645D15AA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3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14900-2B20-CF61-3EF4-0A478244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01EAC-6554-6610-2375-BA980B38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100A3-B288-7584-7AB3-3E2C89CB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7905D-FE02-43D8-7F1A-B52231D5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585B9-64F8-F534-75D1-DB0DF76E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5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738F6-0B84-F482-8581-48DA781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32F5C-3A9A-B986-48CB-28B6608B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B67F0-1844-E07C-FBBF-6ED7E9FE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171B8-D512-7700-A187-95FFAA3B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3D2D-4DBF-3F52-754A-0DE045A2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28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D6A7-8208-8CB5-1985-A690E3FD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60FB5-FBFF-38BB-9508-C46FDB26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AD750-9710-6744-3DFA-8094CA9B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8C0DD2-EA0A-EC6D-D5F7-AADE939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2AC6-F053-EEDD-5637-B347FE0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95F68-3D6D-9BA7-9C25-7DA1717F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15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04330-174D-29E5-8654-46A07AF8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00D73-2C2D-23AB-0134-CF309677B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249F24-FCDC-6B9A-A6D7-D052237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A79D9-C4D3-5F6D-6C3A-8A7DFBE06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70E644-EED5-872A-3F3E-8DA878743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434F67-88BF-E7AB-8146-F015A2E4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316F72-0B0C-741B-4791-1A08DCC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D686B2-8C95-B1A7-8647-8AE6D62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8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A114-7BEF-8889-4AAD-A4650F5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703BE-0278-68C8-55F1-5E12C6A8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362A38-B33A-3B43-1FC6-6E913103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83375D-BA6C-7189-935B-2C4CDA4C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1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3D465-661A-008F-6997-8D0BE07B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01AFC2-EE9C-0E49-2FB7-F1B471B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12F564-8150-6C5C-3AD4-CA179A8E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4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C474-3B0B-B417-EC81-75DE75A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C390E-B237-7170-85F8-A35CF964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F85BDB-CC8C-5D62-5852-0D91B7C5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FF1C5-64A0-DAB8-6184-8BE64977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BDF35-C8D7-F2C0-CBF3-D0DCEC1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93867-BF6F-F150-C690-A101E356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3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4E243-EE90-F093-06FD-D01879DC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DA1786-0D87-7592-C312-AAA4055F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ED9EA-D49E-8E58-3C63-9B8108BE5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067272-070E-82A2-443A-948B5B5A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E17D2-90C1-300D-83AA-A1DA1DF9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B14FE-048C-DF7C-85F1-4F55DAF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03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6FBF-271B-6A71-80D3-847157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386F14-8F4A-F22F-9FFC-1164C0CD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5AC9A-FDC8-0DEE-1058-0933DBB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18C6-633D-F2FC-6522-4511BBD8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A59AB-5B8D-B9F1-CA52-861E99D9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2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16963-F002-4CC0-000F-721A3B3C7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65939-2249-B159-ED7A-6B667F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FB969-A189-C5D2-6D3C-3B2D596A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6F883-BB93-AA0F-E2B5-D8DB0A17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187D8-30AE-608E-E44C-43BD8F60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54FEAEE6-6DC3-82AD-923E-6E89737AC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2EB787A8-6C53-B312-69D6-15B7C63F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38F5-179C-EC89-D177-EDF645BBB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DEA24CB-D011-40A9-9B00-17F8B95BC099}" type="datetimeFigureOut">
              <a:rPr lang="pt-BR"/>
              <a:pPr>
                <a:defRPr/>
              </a:pPr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6B3C93-8BD6-F4DF-2EF9-9F9B1986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9F760-62C7-A95B-8BCB-9125DE64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1B5D4AF-77A0-46F4-A4DA-44F26C2F6F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CD8993-8EFA-C921-CE50-C91B93C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AFABD-CCB9-B391-F672-3C505C4E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F6392-A335-49EB-9AF3-43BB6706E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4664-DFBB-4E94-A029-90BF542E375A}" type="datetimeFigureOut">
              <a:rPr lang="pt-BR" smtClean="0"/>
              <a:t>28/03/2024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3C747-C098-229A-2F92-02372364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1009F-9821-73C3-C06E-B6C46534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7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9167FFF-053C-32A8-23DF-F9F613927C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5E191FB6-9076-7761-D0ED-D4DB65D145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1550988"/>
            <a:ext cx="7654925" cy="2003425"/>
          </a:xfrm>
        </p:spPr>
        <p:txBody>
          <a:bodyPr/>
          <a:lstStyle/>
          <a:p>
            <a:r>
              <a:rPr lang="pt-BR" altLang="pt-BR" sz="4800" dirty="0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Título do Trabalho de Conclusão de Curso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2D5B23A-1E89-B367-5D15-A0EBF764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50" y="3910013"/>
            <a:ext cx="5356225" cy="741362"/>
          </a:xfrm>
        </p:spPr>
        <p:txBody>
          <a:bodyPr rtlCol="0">
            <a:normAutofit fontScale="925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Nome do aluno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Nome do orientador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Poppins SemiBold</vt:lpstr>
      <vt:lpstr>Roboto</vt:lpstr>
      <vt:lpstr>Tema do Office</vt:lpstr>
      <vt:lpstr>Personalizar design</vt:lpstr>
      <vt:lpstr>Título do Trabalho de Conclusão de Curso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 de Conclusão de Curso</dc:title>
  <dc:creator>Nicole Dinardi</dc:creator>
  <cp:lastModifiedBy>Julia Montezelli</cp:lastModifiedBy>
  <cp:revision>2</cp:revision>
  <dcterms:created xsi:type="dcterms:W3CDTF">2023-09-28T12:56:17Z</dcterms:created>
  <dcterms:modified xsi:type="dcterms:W3CDTF">2024-03-28T16:42:42Z</dcterms:modified>
</cp:coreProperties>
</file>